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C1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2A282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332E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ISHLARI AGENTLIGI UCHUN TAQDIMOT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eengineer.net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O‘zbekiston yosh muhandislari uchun raqamli hamjamiyat, loyihalar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imkoniyatlar platformasi.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3108960" cy="0"/>
          </a:xfrm>
          <a:prstGeom prst="line">
            <a:avLst/>
          </a:prstGeom>
          <a:noFill/>
          <a:ln w="12700">
            <a:solidFill>
              <a:srgbClr val="444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080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eengineer.team@gmail.com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eengineer.net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0" y="6080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1155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Yosh muhandislarimiz o‘z ustozini, jamoasini</a:t>
            </a:r>
            <a:endParaRPr lang="en-US" sz="2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va birinchi loyihasini qayerdan topadi?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926080"/>
            <a:ext cx="566928" cy="566928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Tarqoq muhit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Talabalar va yosh muhandislar Telegram guruhlari, universitet doskalari va tasodifiy tanishuvlarga tayanadi — yagona, ishonchli maydon yo‘q.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60604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926080"/>
            <a:ext cx="566928" cy="566928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703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Amaliyot yetishmovchiligi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42976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Nazariyani real loyihaga aylantirish uchun jamoa, mentor va maydon topish qiyin — ayniqsa mexanika, aerokosmik, elektr sohalarida.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926080"/>
            <a:ext cx="566928" cy="566928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3703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Imkoniyatlar ko‘rinmaydi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42976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Grantlar, stipendiyalar va musobaqalar haqidagi ma’lumot tarqoq va o‘z vaqtida yetib bormaydi.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eengineer.net — muhandislik talabalari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uchun bitta raqamli maydon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 ro‘yxatdan o‘tadi, o‘z fanini (mexanika, dasturiy ta’minot, aerokosmik, elektr, biotibbiyot va h.k.) tanlaydi va bitta joyda: hamfikrlarni topadi, real loyiha yuritadi, vebinar va musobaqalarda qatnashadi, grant va stajirovkalarni kuzatadi.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01000" y="237744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C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Dasturiy ta'minot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131552" y="237744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31552" y="2377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C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Mexanika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01000" y="294436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29443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C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Aerokosmika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582912" y="2944368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82912" y="294436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C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07624" y="2944368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07624" y="29443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C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Kimyo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01000" y="351129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5112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C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Biotibbiyot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82912" y="3511296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2912" y="351129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C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010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platformada yoritilgan yo‘nalishlar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44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Hamjamiyat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00176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Savol-javob, fikr almashish, tarmoq qurish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43434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544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Loyihalar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63440" y="500176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muhandislik loyihalarini yuritish va jamoa yig‘ish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43434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4544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Imkoniyatlar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500176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Grant, stajirovka va musobaqalarni bir joydan kuzatish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Platformada nima bor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D6B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23591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va tarmoq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724912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talaba o‘z fani, ko‘nikmalari va portfolio loyihalari bilan profil yaratadi, boshqalar bilan bog‘lanadi.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6552" y="1737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72584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D6B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72584" y="23591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72584" y="2724912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yig‘ish, vazifa taqsimlash va real muhandislik loyihasini boshidan oxirigacha yuritish.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93024" y="1737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9056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D6B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49056" y="23591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Hamjamiyat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49056" y="2724912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bo‘yicha savol-javob, muhokama va tajriba almashish maydoni.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1422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D6B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" y="458114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Vebinarlar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4946904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onlayn sessiyalar (Zoom/Meet) — mavzu, spiker va vaqt bilan e’lon qilinadi, eslatma yuboriladi.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16552" y="3959352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72584" y="41422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D6B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72584" y="458114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Musobaqalar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72584" y="4946904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Muddatli muhandislik topshiriqlari — ishtirokchilar taqdim etadi, hamjamiyat ovoz beradi, reyting shakllanadi.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93024" y="3959352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49056" y="41422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D6B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49056" y="458114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Imkoniyatlar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49056" y="4946904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Grant, stipendiya va stajirovkalar — bitta joyda, doim yangilanib turadi.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TASHABBUS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Yillik bosh musobaqa — Breakthrough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Junior Challenge namunasida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va Breakthrough Prize homiyligidagi xalqaro Breakthrough Junior Challenge namunasida — ishtirokchilar STEM mavzusida loyiha tayyorlaydi, yosh guruhlari bo‘yicha taqqoslanadi, hamjamiyat va hakamlar eng yaxshi ishlarni tanlaydi.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18120" y="77724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1143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$1,500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09244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g‘olib uchun umumiy mukofot fondi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138160" y="2788920"/>
            <a:ext cx="3108960" cy="0"/>
          </a:xfrm>
          <a:prstGeom prst="line">
            <a:avLst/>
          </a:prstGeom>
          <a:noFill/>
          <a:ln w="12700">
            <a:solidFill>
              <a:srgbClr val="463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2926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Aynan shu qism uchun Agentlik homiyligini so‘raymiz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4074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Yosh guruhlari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86460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Ishtirokchilar bir necha yosh toifasiga bo‘linadi (mas., 14–16, 17–19, 20+), toki taqqoslash adolatli bo‘lsin.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4206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4074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Baholash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486460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Platformaning mavjud musobaqa infratuzilmasi — ko‘r-ko‘rona parlar bo‘yicha ovoz berish va Elo reyting.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4206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44074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Milliy e’tirof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486460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G‘oliblar Agentlik va hamkor tashkilotlar oldida taqdirlanadi — media qamrovi bilan.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HOZIRGI HOLAT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Platforma allaqachon ishlayapti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2026-yil iyul holatiga — yangi ishga tushirilgan, dastlabki ko‘rsatkichlar: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762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2688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ro‘yxatdan o‘tgan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muhandis-talaba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20116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1762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09160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kutish ro‘yxatidagi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qiziqqan foydalanuvchi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93024" y="20116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67344" y="217627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85632" y="3017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boshlangan real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muhandislik loyihasi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50792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1538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32688" y="50566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muhandislik yo‘nalishi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qamrab olingan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16552" y="4050792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421538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709160" y="50566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 imkoniyat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(grant/stajirovka)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3024" y="4050792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2A2826"/>
          </a:solidFill>
          <a:ln w="12700">
            <a:solidFill>
              <a:srgbClr val="3A3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421538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485632" y="50566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o‘tkazilgan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vebinar sessiyasi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eengineer.net ishlab chiqarish bazasi (jonli statistika)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Nega bu Yoshlar Ishlari Agentligi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vazifalariga to‘g‘ri keladi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23682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tashabbusini qo‘llab-quvvatlash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25880" y="275234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Talabalar tomonidan, talabalar uchun yaratilgan platforma — pastdan-yuqoriga tashabbus namunasi.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410712"/>
            <a:ext cx="457200" cy="457200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3558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kadrlar salohiyatini oshirish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373989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loyihalar va mentorlik orqali muhandislik ta’limi bilan real bozor o‘rtasidagi bo‘shliqni to‘ldiradi.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43434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miqyosda kengaytirish imkoniyati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25880" y="47274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viloyatlardagi texnik universitet talabalarini bitta raqamli maydonga bog‘lash mumkin.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385816"/>
            <a:ext cx="457200" cy="457200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53309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O‘lchanadigan natija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25880" y="57150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Ro‘yxatdan o‘tish, loyihalar, ishtirok — barchasi jonli statistikada, hisobot berish oson.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SO‘ROVIMIZ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Agentlikdan qanday qo‘llab-quvvatlash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so‘raymiz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697480"/>
            <a:ext cx="548640" cy="548640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Moliyaviy grant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Infratuzilma, mahsulot rivoji va viloyatlarga tarqatish uchun mablag‘ — shu jumladan yillik musobaqaning top-3 mukofoti uchun ~$1,500.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24231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697480"/>
            <a:ext cx="548640" cy="548640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90872" y="34290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Rasmiy tan olish va tavsiya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42062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Platformani Agentlik dasturlari, texnik universitetlar va yoshlar markazlariga rasman tavsiya etish.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24231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2A2826"/>
          </a:solidFill>
          <a:ln w="12700">
            <a:solidFill>
              <a:srgbClr val="463F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697480"/>
            <a:ext cx="548640" cy="548640"/>
          </a:xfrm>
          <a:prstGeom prst="ellipse">
            <a:avLst/>
          </a:prstGeom>
          <a:solidFill>
            <a:srgbClr val="C9974C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67344" y="34290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Mentor va sheriklar tarmog‘i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67344" y="42062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Agentlik bilan hamkor muhandis-mutaxassislar va kompaniyalarni vebinar hamda musobaqalarga jalb qilishda yordam.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mablag‘ va dastur shartlarini muhokama davomida birgalikda belgilashga tayyormiz.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YO‘L XARITASI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Keyingi bosqichlar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33272" y="2404872"/>
            <a:ext cx="8092440" cy="0"/>
          </a:xfrm>
          <a:prstGeom prst="line">
            <a:avLst/>
          </a:prstGeom>
          <a:noFill/>
          <a:ln w="25400">
            <a:solidFill>
              <a:srgbClr val="D8D4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12064" cy="512064"/>
          </a:xfrm>
          <a:prstGeom prst="ellipse">
            <a:avLst/>
          </a:prstGeom>
          <a:solidFill>
            <a:srgbClr val="C9974C"/>
          </a:solidFill>
          <a:ln w="25400">
            <a:solidFill>
              <a:srgbClr val="C997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Hozir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Hamjamiyat, loyihalar, vebinar, musobaqa va imkoniyatlar bo‘limlari ishga tushirilgan va sinovdan o‘tmoqda.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148840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97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Keyingi 3 oy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246120" y="32461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Edugrants kabi manbalardan grant/stipendiya ma’lumotlarini avtomatik yangilash; musobaqalar sonini oshirish.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97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Keyingi 6 oy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43600" y="32461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Chizma va loyihalarni ko‘rish uchun muhandislik vositalari (CAD ko‘ruvchi, eskiz taxtasi).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2148840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97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410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1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Milliy miqyos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41080" y="32461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universitetlar bilan rasmiy hamkorlik, viloyatlarga tarqatish, Agentlik dasturlariga integratsiya.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943600" cy="5943600"/>
          </a:xfrm>
          <a:prstGeom prst="ellipse">
            <a:avLst/>
          </a:prstGeom>
          <a:solidFill>
            <a:srgbClr val="2A282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965960"/>
            <a:ext cx="10332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Birgalikda O‘zbekistonning</a:t>
            </a:r>
            <a:endParaRPr lang="en-US" sz="2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0F0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keyingi muhandislar avlodini quraylik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3108960" cy="0"/>
          </a:xfrm>
          <a:prstGeom prst="line">
            <a:avLst/>
          </a:prstGeom>
          <a:noFill/>
          <a:ln w="12700">
            <a:solidFill>
              <a:srgbClr val="444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97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74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eengineer.net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eengineer.team@gmail.com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78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Rahmat!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2026-07-25T03:11:24Z</dcterms:created>
  <dcterms:modified xsi:type="dcterms:W3CDTF">2026-07-25T03:11:24Z</dcterms:modified>
</cp:coreProperties>
</file>